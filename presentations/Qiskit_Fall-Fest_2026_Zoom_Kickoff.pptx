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962" r:id="rId1"/>
  </p:sldMasterIdLst>
  <p:notesMasterIdLst>
    <p:notesMasterId r:id="rId11"/>
  </p:notesMasterIdLst>
  <p:handoutMasterIdLst>
    <p:handoutMasterId r:id="rId12"/>
  </p:handoutMasterIdLst>
  <p:sldIdLst>
    <p:sldId id="620" r:id="rId2"/>
    <p:sldId id="622" r:id="rId3"/>
    <p:sldId id="619" r:id="rId4"/>
    <p:sldId id="616" r:id="rId5"/>
    <p:sldId id="623" r:id="rId6"/>
    <p:sldId id="405" r:id="rId7"/>
    <p:sldId id="624" r:id="rId8"/>
    <p:sldId id="625" r:id="rId9"/>
    <p:sldId id="621" r:id="rId10"/>
  </p:sldIdLst>
  <p:sldSz cx="24387175" cy="13716000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Options" id="{161364A9-2106-084F-BFD9-DE7ABBB6242C}">
          <p14:sldIdLst>
            <p14:sldId id="620"/>
            <p14:sldId id="622"/>
            <p14:sldId id="619"/>
            <p14:sldId id="616"/>
            <p14:sldId id="623"/>
            <p14:sldId id="405"/>
            <p14:sldId id="624"/>
            <p14:sldId id="625"/>
            <p14:sldId id="62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97077"/>
    <a:srgbClr val="FF7EB6"/>
    <a:srgbClr val="BE95FF"/>
    <a:srgbClr val="21272A"/>
    <a:srgbClr val="12161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24"/>
    <p:restoredTop sz="96327"/>
  </p:normalViewPr>
  <p:slideViewPr>
    <p:cSldViewPr snapToGrid="0" snapToObjects="1">
      <p:cViewPr varScale="1">
        <p:scale>
          <a:sx n="36" d="100"/>
          <a:sy n="36" d="100"/>
        </p:scale>
        <p:origin x="710" y="34"/>
      </p:cViewPr>
      <p:guideLst/>
    </p:cSldViewPr>
  </p:slideViewPr>
  <p:outlineViewPr>
    <p:cViewPr>
      <p:scale>
        <a:sx n="33" d="100"/>
        <a:sy n="33" d="100"/>
      </p:scale>
      <p:origin x="-56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432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IBM Plex Sans Light" panose="020B0503050203000203" pitchFamily="34" charset="0"/>
                <a:ea typeface="IBM Plex Sans Light" charset="0"/>
                <a:cs typeface="IBM Plex Sans Light" charset="0"/>
              </a:rPr>
              <a:pPr algn="l"/>
              <a:t>‹#›</a:t>
            </a:fld>
            <a:endParaRPr lang="en-US" sz="600">
              <a:solidFill>
                <a:schemeClr val="bg1"/>
              </a:solidFill>
              <a:latin typeface="IBM Plex Sans Light" panose="020B0503050203000203" pitchFamily="34" charset="0"/>
              <a:ea typeface="IBM Plex Sans Light" charset="0"/>
              <a:cs typeface="IBM Plex Sans Light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>
                <a:solidFill>
                  <a:schemeClr val="bg1"/>
                </a:solidFill>
                <a:latin typeface="IBM Plex Sans Light" panose="020B0503050203000203" pitchFamily="34" charset="0"/>
                <a:ea typeface="IBM Plex Sans Light" charset="0"/>
                <a:cs typeface="IBM Plex Sans Light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06710" y="228600"/>
            <a:ext cx="6419088" cy="3612324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06710" y="4087090"/>
            <a:ext cx="6419088" cy="432030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30021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600" b="0" i="0">
                <a:solidFill>
                  <a:schemeClr val="bg1"/>
                </a:solidFill>
                <a:latin typeface="IBM Plex Sans Light" panose="020B0503050203000203" pitchFamily="34" charset="0"/>
                <a:ea typeface="IBM Plex Sans Light" panose="020B0503050203000203" pitchFamily="34" charset="0"/>
                <a:cs typeface="IBM Plex Sans Light" panose="020B0503050203000203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1945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IBM Plex Sans Light" panose="020B0503050203000203" pitchFamily="34" charset="0"/>
                <a:ea typeface="IBM Plex Sans Light" panose="020B0503050203000203" pitchFamily="34" charset="0"/>
                <a:cs typeface="IBM Plex Sans Light" panose="020B0503050203000203" pitchFamily="34" charset="0"/>
              </a:defRPr>
            </a:lvl1pPr>
          </a:lstStyle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2438522" rtl="0" eaLnBrk="1" latinLnBrk="0" hangingPunct="1">
      <a:lnSpc>
        <a:spcPct val="110000"/>
      </a:lnSpc>
      <a:spcBef>
        <a:spcPts val="0"/>
      </a:spcBef>
      <a:defRPr sz="12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1pPr>
    <a:lvl2pPr marL="465690" indent="-452991" algn="l" defTabSz="2438522" rtl="0" eaLnBrk="1" latinLnBrk="0" hangingPunct="1">
      <a:lnSpc>
        <a:spcPct val="110000"/>
      </a:lnSpc>
      <a:spcBef>
        <a:spcPts val="0"/>
      </a:spcBef>
      <a:buFont typeface="IBM Plex Sans"/>
      <a:buChar char="–"/>
      <a:tabLst/>
      <a:defRPr sz="12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2pPr>
    <a:lvl3pPr marL="926638" indent="-463319" algn="l" defTabSz="2438522" rtl="0" eaLnBrk="1" latinLnBrk="0" hangingPunct="1">
      <a:lnSpc>
        <a:spcPct val="110000"/>
      </a:lnSpc>
      <a:spcBef>
        <a:spcPts val="0"/>
      </a:spcBef>
      <a:buFont typeface="IBM Plex Sans Light" panose="020B0604020202020204" pitchFamily="34" charset="0"/>
      <a:buChar char="•"/>
      <a:tabLst/>
      <a:defRPr sz="12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3pPr>
    <a:lvl4pPr marL="1682580" indent="-463319" algn="l" defTabSz="2438522" rtl="0" eaLnBrk="1" latinLnBrk="0" hangingPunct="1">
      <a:lnSpc>
        <a:spcPct val="110000"/>
      </a:lnSpc>
      <a:spcBef>
        <a:spcPts val="0"/>
      </a:spcBef>
      <a:buFont typeface="IBM Plex Sans Light"/>
      <a:buChar char="–"/>
      <a:tabLst/>
      <a:defRPr sz="12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4pPr>
    <a:lvl5pPr marL="465690" marR="0" indent="-452991" algn="l" defTabSz="2438522" rtl="0" eaLnBrk="1" fontAlgn="base" latinLnBrk="0" hangingPunct="1">
      <a:lnSpc>
        <a:spcPct val="100000"/>
      </a:lnSpc>
      <a:spcBef>
        <a:spcPts val="1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20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5pPr>
    <a:lvl6pPr marL="6096305" algn="l" defTabSz="2438522" rtl="0" eaLnBrk="1" latinLnBrk="0" hangingPunct="1">
      <a:defRPr sz="3200" kern="1200">
        <a:solidFill>
          <a:schemeClr val="tx1"/>
        </a:solidFill>
        <a:latin typeface="+mn-lt"/>
        <a:ea typeface="+mn-ea"/>
        <a:cs typeface="+mn-cs"/>
      </a:defRPr>
    </a:lvl6pPr>
    <a:lvl7pPr marL="7315566" algn="l" defTabSz="2438522" rtl="0" eaLnBrk="1" latinLnBrk="0" hangingPunct="1">
      <a:defRPr sz="3200" kern="1200">
        <a:solidFill>
          <a:schemeClr val="tx1"/>
        </a:solidFill>
        <a:latin typeface="+mn-lt"/>
        <a:ea typeface="+mn-ea"/>
        <a:cs typeface="+mn-cs"/>
      </a:defRPr>
    </a:lvl7pPr>
    <a:lvl8pPr marL="8534827" algn="l" defTabSz="2438522" rtl="0" eaLnBrk="1" latinLnBrk="0" hangingPunct="1">
      <a:defRPr sz="3200" kern="1200">
        <a:solidFill>
          <a:schemeClr val="tx1"/>
        </a:solidFill>
        <a:latin typeface="+mn-lt"/>
        <a:ea typeface="+mn-ea"/>
        <a:cs typeface="+mn-cs"/>
      </a:defRPr>
    </a:lvl8pPr>
    <a:lvl9pPr marL="9754088" algn="l" defTabSz="2438522" rtl="0" eaLnBrk="1" latinLnBrk="0" hangingPunct="1">
      <a:defRPr sz="3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B0A94-A339-BA54-2E85-900924869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EF168-517F-F422-3B55-D275C6810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5AD252-7BE1-12ED-B46B-B54EC6C19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E16C6-436F-CAF0-959F-B7203F4CBF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D37F92-E21C-D3BA-7F49-13D01C631B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24516161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418172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7088989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7170286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D9F9E-6697-27DE-E6AC-A075E48A8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8313D8-11A3-67FF-7F95-37CD7B88D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1BA85-3A33-EC24-4D7A-C3393C058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0B797-BB2B-A09A-84AD-26FB6D38A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0B931-B516-2C8E-CC59-3229E846DA0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278091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 descr="Place imagery here">
            <a:extLst>
              <a:ext uri="{FF2B5EF4-FFF2-40B4-BE49-F238E27FC236}">
                <a16:creationId xmlns:a16="http://schemas.microsoft.com/office/drawing/2014/main" id="{EA7055A2-0B5C-73F2-C2DB-FC7245A7AB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24387175" cy="12001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8" cy="6288087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404A9AD-5866-6BA4-C928-31A5F88EF1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072" y="12088368"/>
            <a:ext cx="4937887" cy="1143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D4A8A02-E5FB-018D-1574-2015680C3A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71501" y="12084739"/>
            <a:ext cx="4937887" cy="1143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8" name="Picture 7" descr="IBM 8-bar logo">
            <a:extLst>
              <a:ext uri="{FF2B5EF4-FFF2-40B4-BE49-F238E27FC236}">
                <a16:creationId xmlns:a16="http://schemas.microsoft.com/office/drawing/2014/main" id="{418F6040-10C6-A4A5-7C1E-09A9F553C0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279951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79518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9" cy="4573587"/>
          </a:xfrm>
        </p:spPr>
        <p:txBody>
          <a:bodyPr/>
          <a:lstStyle>
            <a:lvl1pPr>
              <a:lnSpc>
                <a:spcPct val="100000"/>
              </a:lnSpc>
              <a:defRPr sz="8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279951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878651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8" cy="4573587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2629C-3C99-5809-3D6C-46ACEB922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6072" y="12463272"/>
            <a:ext cx="11050588" cy="762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6C5E26C6-9CEF-2A61-0C64-FAACB68F53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279951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174950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0101072" cy="10479087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2763500" y="569913"/>
            <a:ext cx="11049000" cy="12574587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9" name="Picture 8" descr="IBM 8-bar logo">
            <a:extLst>
              <a:ext uri="{FF2B5EF4-FFF2-40B4-BE49-F238E27FC236}">
                <a16:creationId xmlns:a16="http://schemas.microsoft.com/office/drawing/2014/main" id="{735CD4FC-3A11-28F6-09EF-9089FE9596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77850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61400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576072"/>
            <a:ext cx="10099675" cy="571500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1527048"/>
            <a:ext cx="10099675" cy="9337675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2763500" y="569913"/>
            <a:ext cx="11049000" cy="12574587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EEE0A3D1-7815-E46E-77D1-E2DC099B47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77850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209367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4956175" cy="4573587"/>
          </a:xfrm>
        </p:spPr>
        <p:txBody>
          <a:bodyPr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763500" y="569913"/>
            <a:ext cx="4953000" cy="11431587"/>
          </a:xfrm>
        </p:spPr>
        <p:txBody>
          <a:bodyPr/>
          <a:lstStyle>
            <a:lvl1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862675" y="569913"/>
            <a:ext cx="4949825" cy="11431587"/>
          </a:xfrm>
        </p:spPr>
        <p:txBody>
          <a:bodyPr/>
          <a:lstStyle>
            <a:lvl1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303940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8" cy="2859087"/>
          </a:xfrm>
        </p:spPr>
        <p:txBody>
          <a:bodyPr rIns="457200"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839104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675" y="420624"/>
            <a:ext cx="17141825" cy="8191500"/>
          </a:xfrm>
        </p:spPr>
        <p:txBody>
          <a:bodyPr/>
          <a:lstStyle>
            <a:lvl1pPr>
              <a:defRPr sz="17200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80837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head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9909175" cy="2859087"/>
          </a:xfrm>
        </p:spPr>
        <p:txBody>
          <a:bodyPr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4631A-4ED7-F527-1CBC-9AF7BE2CB6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767252" y="448056"/>
            <a:ext cx="11042073" cy="8574087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 marL="585216" indent="-585216"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2pPr>
            <a:lvl3pPr marL="1097280" indent="-585216"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3pPr>
            <a:lvl4pPr marL="1755648"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6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6079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stand-alo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420624"/>
            <a:ext cx="14662150" cy="9717087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FCFA7EA-8E9F-E01B-AB9C-B7BE7D3D11E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2510822-3D1B-0CFC-3FF0-1E55DA550F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603199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D5E03B0-C633-E81D-0D42-3FCCAFD64B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072" y="576072"/>
            <a:ext cx="7623175" cy="6288087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B20D7FD-6784-59C5-938D-4728A153F5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6072" y="9299448"/>
            <a:ext cx="11050588" cy="354330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25800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 dirty="0"/>
              <a:t>↗︎00M</a:t>
            </a:r>
          </a:p>
        </p:txBody>
      </p:sp>
      <p:cxnSp>
        <p:nvCxnSpPr>
          <p:cNvPr id="9" name="Straight Connector 8" descr="Vertical column divider">
            <a:extLst>
              <a:ext uri="{FF2B5EF4-FFF2-40B4-BE49-F238E27FC236}">
                <a16:creationId xmlns:a16="http://schemas.microsoft.com/office/drawing/2014/main" id="{1C44518A-7FBB-67DA-E35B-8BC0AAFC6062}"/>
              </a:ext>
            </a:extLst>
          </p:cNvPr>
          <p:cNvCxnSpPr/>
          <p:nvPr userDrawn="1"/>
        </p:nvCxnSpPr>
        <p:spPr bwMode="auto">
          <a:xfrm>
            <a:off x="12193587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A7285B0-4A1E-8885-0C0E-77D0ECA9CA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63500" y="576072"/>
            <a:ext cx="7620000" cy="6288087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F395CBF-E65B-9A42-BAE5-C2B2BD9B7B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63500" y="9296400"/>
            <a:ext cx="11049000" cy="354330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25800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 dirty="0"/>
              <a:t>+00%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F3E002C-97C5-3260-CB49-7E93DF3397C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60DC6C8-AF18-F14B-A164-C49B271F59A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478196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2859088"/>
          </a:xfrm>
        </p:spPr>
        <p:txBody>
          <a:bodyPr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67500" y="429768"/>
            <a:ext cx="4951413" cy="1907912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00%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2333068"/>
            <a:ext cx="4951413" cy="967304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768263" y="426481"/>
            <a:ext cx="4949825" cy="1906588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00%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2334654"/>
            <a:ext cx="4953000" cy="966684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859500" y="429654"/>
            <a:ext cx="4949825" cy="1903413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00%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2333067"/>
            <a:ext cx="4953000" cy="966684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67500" y="12042775"/>
            <a:ext cx="4951413" cy="11430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46304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292608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438912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BF980-9C8F-3F7A-E896-C207BA2781B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5A7B871-06B9-0A3F-4D1D-A14D572C26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68050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48808-B77B-7E67-E7EA-BCC945D4D5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675" y="402336"/>
            <a:ext cx="4949825" cy="5335588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+000%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378CF2-9CD6-2749-A489-08A4608D0B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67500" y="402336"/>
            <a:ext cx="11049000" cy="5335587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1pPr>
            <a:lvl2pPr marL="786384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2pPr>
            <a:lvl3pPr marL="1499616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3pPr>
            <a:lvl4pPr marL="2286000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0" name="Straight Connector 9" descr="Horizontal row divider">
            <a:extLst>
              <a:ext uri="{FF2B5EF4-FFF2-40B4-BE49-F238E27FC236}">
                <a16:creationId xmlns:a16="http://schemas.microsoft.com/office/drawing/2014/main" id="{3D81813D-DA09-FCA0-D570-1E2D428C59E9}"/>
              </a:ext>
            </a:extLst>
          </p:cNvPr>
          <p:cNvCxnSpPr/>
          <p:nvPr userDrawn="1"/>
        </p:nvCxnSpPr>
        <p:spPr bwMode="auto">
          <a:xfrm>
            <a:off x="56832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16C1F9D-1D2C-5BDA-E821-35CB4A870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4675" y="6477000"/>
            <a:ext cx="4949825" cy="5334000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+000M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C97FE8A-75E3-6FC8-02DD-50E0A4C8C9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67500" y="6477000"/>
            <a:ext cx="11049000" cy="533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1pPr>
            <a:lvl2pPr marL="786384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2pPr>
            <a:lvl3pPr marL="1499616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3pPr>
            <a:lvl4pPr marL="2286000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837D060-1DA4-2AC5-AC63-E1AFDD1637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EE9E1A-5619-752E-836B-A127FD2C7D7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76443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2859088"/>
          </a:xfrm>
        </p:spPr>
        <p:txBody>
          <a:bodyPr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67500" y="411480"/>
            <a:ext cx="4951413" cy="2859087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r>
              <a:rPr lang="en-US" dirty="0"/>
              <a:t>00%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576072"/>
            <a:ext cx="7620000" cy="2859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7" name="Straight Connector 16" descr="Horizontal row divider">
            <a:extLst>
              <a:ext uri="{FF2B5EF4-FFF2-40B4-BE49-F238E27FC236}">
                <a16:creationId xmlns:a16="http://schemas.microsoft.com/office/drawing/2014/main" id="{1103109C-6DA9-8F27-B4B1-EE276442E489}"/>
              </a:ext>
            </a:extLst>
          </p:cNvPr>
          <p:cNvCxnSpPr/>
          <p:nvPr userDrawn="1"/>
        </p:nvCxnSpPr>
        <p:spPr bwMode="auto">
          <a:xfrm>
            <a:off x="6667500" y="4000500"/>
            <a:ext cx="17145000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67500" y="4187952"/>
            <a:ext cx="4951413" cy="2857506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00%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4381500"/>
            <a:ext cx="7620000" cy="2857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5" name="Straight Connector 14" descr="Horizontal row divider">
            <a:extLst>
              <a:ext uri="{FF2B5EF4-FFF2-40B4-BE49-F238E27FC236}">
                <a16:creationId xmlns:a16="http://schemas.microsoft.com/office/drawing/2014/main" id="{687931BB-B3EF-829C-B354-B048514D5138}"/>
              </a:ext>
            </a:extLst>
          </p:cNvPr>
          <p:cNvCxnSpPr/>
          <p:nvPr userDrawn="1"/>
        </p:nvCxnSpPr>
        <p:spPr bwMode="auto">
          <a:xfrm>
            <a:off x="6667500" y="8191500"/>
            <a:ext cx="17145000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67501" y="8403336"/>
            <a:ext cx="4951411" cy="2857506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00%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63500" y="8572500"/>
            <a:ext cx="7620000" cy="2857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67500" y="12042775"/>
            <a:ext cx="4951413" cy="11430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5C67502-D618-DC10-9CCC-905693ABB58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22EFDDC-A614-EFF6-CE30-E60F4DB9F75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111609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3429000"/>
            <a:ext cx="4956175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3429000"/>
            <a:ext cx="495935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313497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short divide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7500" y="576072"/>
            <a:ext cx="4956175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1239EA8E-6B4C-405F-E7F6-ABB450E0710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79437" y="3429000"/>
            <a:ext cx="4951413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0" name="Straight Connector 19" descr="Vertical column divider">
            <a:extLst>
              <a:ext uri="{FF2B5EF4-FFF2-40B4-BE49-F238E27FC236}">
                <a16:creationId xmlns:a16="http://schemas.microsoft.com/office/drawing/2014/main" id="{ABAB2974-AD95-0BF2-C41A-265AEF03B4F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096000" y="3429000"/>
            <a:ext cx="0" cy="857250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1" name="Straight Connector 20" descr="Vertical column divider">
            <a:extLst>
              <a:ext uri="{FF2B5EF4-FFF2-40B4-BE49-F238E27FC236}">
                <a16:creationId xmlns:a16="http://schemas.microsoft.com/office/drawing/2014/main" id="{CDB8CB8D-C4DB-E357-4948-59CD6A18A9DC}"/>
              </a:ext>
            </a:extLst>
          </p:cNvPr>
          <p:cNvCxnSpPr/>
          <p:nvPr userDrawn="1"/>
        </p:nvCxnSpPr>
        <p:spPr bwMode="auto">
          <a:xfrm>
            <a:off x="12188952" y="3429000"/>
            <a:ext cx="0" cy="857707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2" name="Straight Connector 21" descr="Vertical column divider">
            <a:extLst>
              <a:ext uri="{FF2B5EF4-FFF2-40B4-BE49-F238E27FC236}">
                <a16:creationId xmlns:a16="http://schemas.microsoft.com/office/drawing/2014/main" id="{8B5887E5-28C4-AA99-EBD5-E34B88F46F25}"/>
              </a:ext>
            </a:extLst>
          </p:cNvPr>
          <p:cNvCxnSpPr/>
          <p:nvPr userDrawn="1"/>
        </p:nvCxnSpPr>
        <p:spPr bwMode="auto">
          <a:xfrm>
            <a:off x="18288000" y="3429000"/>
            <a:ext cx="0" cy="857707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3429000"/>
            <a:ext cx="495935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9EE7B3-BC6A-6676-8FA2-607F9B08DA3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DB52D7E1-3828-A1B9-9239-637B1E2A543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10234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headlin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14" name="Straight Connector 13" descr="Vertical column divider">
            <a:extLst>
              <a:ext uri="{FF2B5EF4-FFF2-40B4-BE49-F238E27FC236}">
                <a16:creationId xmlns:a16="http://schemas.microsoft.com/office/drawing/2014/main" id="{C6EB28FF-C21F-A83D-2D19-2242B76C6B09}"/>
              </a:ext>
            </a:extLst>
          </p:cNvPr>
          <p:cNvCxnSpPr/>
          <p:nvPr userDrawn="1"/>
        </p:nvCxnSpPr>
        <p:spPr bwMode="auto">
          <a:xfrm>
            <a:off x="6096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7500" y="576072"/>
            <a:ext cx="4956175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3D7A0E74-695D-C6F5-07CD-01209D58A70A}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76072"/>
            <a:ext cx="495300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 descr="Vertical column divider">
            <a:extLst>
              <a:ext uri="{FF2B5EF4-FFF2-40B4-BE49-F238E27FC236}">
                <a16:creationId xmlns:a16="http://schemas.microsoft.com/office/drawing/2014/main" id="{19E1AC9A-B000-435B-E4BC-54B09FB7957C}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3429000"/>
            <a:ext cx="495935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F3A850-F28F-F30E-5505-EA11791B052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96005D4-0874-989F-217D-8A2592F81D5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707034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2097087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3429000"/>
            <a:ext cx="4956175" cy="40005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 descr="Vertical column divider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6096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Picture Placeholder 13" descr="Place pictogram here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667500" y="576072"/>
            <a:ext cx="1216152" cy="121615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Picture Placeholder 13" descr="Place pictogram here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2776353" y="576072"/>
            <a:ext cx="1216152" cy="121615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8031" y="3429000"/>
            <a:ext cx="494212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 descr="Vertical column divider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Picture Placeholder 13" descr="Place pictogram here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8859500" y="576072"/>
            <a:ext cx="1216152" cy="121615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1" y="3429000"/>
            <a:ext cx="4952999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99409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4949825" cy="1141412"/>
          </a:xfrm>
        </p:spPr>
        <p:txBody>
          <a:bodyPr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5976" y="384048"/>
            <a:ext cx="4956175" cy="1141412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2800"/>
            </a:lvl2pPr>
            <a:lvl3pPr>
              <a:spcBef>
                <a:spcPts val="0"/>
              </a:spcBef>
              <a:defRPr sz="2800"/>
            </a:lvl3pPr>
            <a:lvl4pPr>
              <a:spcBef>
                <a:spcPts val="0"/>
              </a:spcBef>
              <a:defRPr sz="2800"/>
            </a:lvl4pPr>
            <a:lvl5pPr>
              <a:spcBef>
                <a:spcPts val="0"/>
              </a:spcBef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3429000"/>
            <a:ext cx="10096500" cy="8572500"/>
          </a:xfrm>
        </p:spPr>
        <p:txBody>
          <a:bodyPr/>
          <a:lstStyle>
            <a:lvl1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649678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wid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7424927" cy="1906588"/>
          </a:xfrm>
        </p:spPr>
        <p:txBody>
          <a:bodyPr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3429000"/>
            <a:ext cx="10099675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3429000"/>
            <a:ext cx="100965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A0F4B3-D63C-0D8F-2804-F97776F90E4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38EC09FB-402F-F3CE-E1D2-51583F1BCC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945124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45825" cy="4573587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63500" y="576072"/>
            <a:ext cx="4953000" cy="11431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859500" y="576072"/>
            <a:ext cx="4953000" cy="11431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C7A51FE3-0F54-1487-47B4-164B5B802CA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821703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53000" cy="4573587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63500" y="569913"/>
            <a:ext cx="4953000" cy="11431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859500" y="569913"/>
            <a:ext cx="4953000" cy="11431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45FF4F8-7F82-E9C2-8046-C791019E169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956051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39476" cy="4573587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76072"/>
            <a:ext cx="495300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62675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9BFC0CA6-CE6F-D94C-2967-FBF2240020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0831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6" cy="4573587"/>
          </a:xfrm>
        </p:spPr>
        <p:txBody>
          <a:bodyPr rIns="0"/>
          <a:lstStyle>
            <a:lvl1pPr>
              <a:lnSpc>
                <a:spcPct val="10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76072"/>
            <a:ext cx="495300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65850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8CF1D655-1791-BEF3-D8AA-E589057E73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240754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4949825" cy="1141413"/>
          </a:xfrm>
        </p:spPr>
        <p:txBody>
          <a:bodyPr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9151" y="384048"/>
            <a:ext cx="4956175" cy="1141412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defRPr sz="2800"/>
            </a:lvl2pPr>
            <a:lvl3pPr>
              <a:lnSpc>
                <a:spcPct val="90000"/>
              </a:lnSpc>
              <a:spcBef>
                <a:spcPts val="0"/>
              </a:spcBef>
              <a:defRPr sz="2800"/>
            </a:lvl3pPr>
            <a:lvl4pPr>
              <a:lnSpc>
                <a:spcPct val="90000"/>
              </a:lnSpc>
              <a:spcBef>
                <a:spcPts val="0"/>
              </a:spcBef>
              <a:defRPr sz="2800"/>
            </a:lvl4pPr>
            <a:lvl5pPr>
              <a:lnSpc>
                <a:spcPct val="90000"/>
              </a:lnSpc>
              <a:spcBef>
                <a:spcPts val="0"/>
              </a:spcBef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202744BD-C7A4-D538-2E19-AA279C025A21}"/>
              </a:ext>
            </a:extLst>
          </p:cNvPr>
          <p:cNvCxnSpPr/>
          <p:nvPr userDrawn="1"/>
        </p:nvCxnSpPr>
        <p:spPr bwMode="auto">
          <a:xfrm>
            <a:off x="12188952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Picture Placeholder 4" descr="Place pictogram here">
            <a:extLst>
              <a:ext uri="{FF2B5EF4-FFF2-40B4-BE49-F238E27FC236}">
                <a16:creationId xmlns:a16="http://schemas.microsoft.com/office/drawing/2014/main" id="{4E8FFEFF-CCD0-A436-418A-5FB8624CCC8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2763500" y="576072"/>
            <a:ext cx="1216152" cy="121446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7638" y="3429000"/>
            <a:ext cx="495300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 descr="Vertical column divider">
            <a:extLst>
              <a:ext uri="{FF2B5EF4-FFF2-40B4-BE49-F238E27FC236}">
                <a16:creationId xmlns:a16="http://schemas.microsoft.com/office/drawing/2014/main" id="{ADCE883F-3781-7F7E-8236-8BB5CEBAD77C}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Picture Placeholder 11" descr="Place pictogram here">
            <a:extLst>
              <a:ext uri="{FF2B5EF4-FFF2-40B4-BE49-F238E27FC236}">
                <a16:creationId xmlns:a16="http://schemas.microsoft.com/office/drawing/2014/main" id="{484E55D7-CBB2-992D-3E77-5CB7B7CADA9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18859500" y="576072"/>
            <a:ext cx="1217844" cy="121615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63638" y="3429000"/>
            <a:ext cx="495935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B96A2B-2DD4-AEBB-75C4-9215E33D266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FE28AB83-26B6-464D-000B-077BBC1886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412524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 wide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 descr="Place pictogram here">
            <a:extLst>
              <a:ext uri="{FF2B5EF4-FFF2-40B4-BE49-F238E27FC236}">
                <a16:creationId xmlns:a16="http://schemas.microsoft.com/office/drawing/2014/main" id="{30AB5158-BCB8-39EE-DA85-F2CD01699F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6072" y="576072"/>
            <a:ext cx="1216152" cy="1216152"/>
          </a:xfrm>
        </p:spPr>
        <p:txBody>
          <a:bodyPr anchor="ctr"/>
          <a:lstStyle>
            <a:lvl1pPr algn="ctr">
              <a:defRPr sz="16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1099CB-CB87-D5D5-506D-4B49C08161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2478024"/>
            <a:ext cx="6670675" cy="3048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 descr="Vertical column divider">
            <a:extLst>
              <a:ext uri="{FF2B5EF4-FFF2-40B4-BE49-F238E27FC236}">
                <a16:creationId xmlns:a16="http://schemas.microsoft.com/office/drawing/2014/main" id="{00A530A6-2F26-DA70-D0D9-6DD90453CEC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2192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Picture Placeholder 14" descr="Place pictogram here">
            <a:extLst>
              <a:ext uri="{FF2B5EF4-FFF2-40B4-BE49-F238E27FC236}">
                <a16:creationId xmlns:a16="http://schemas.microsoft.com/office/drawing/2014/main" id="{3C3730E5-61EB-7405-CC85-AB04242CDBC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2763500" y="576072"/>
            <a:ext cx="1216152" cy="1216152"/>
          </a:xfrm>
        </p:spPr>
        <p:txBody>
          <a:bodyPr anchor="ctr"/>
          <a:lstStyle>
            <a:lvl1pPr algn="ctr">
              <a:defRPr sz="16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1DA3C4-E728-0E45-C91D-8EDF4B495F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2476500"/>
            <a:ext cx="6667500" cy="3048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6" name="Straight Connector 15" descr="Horizontal row divider">
            <a:extLst>
              <a:ext uri="{FF2B5EF4-FFF2-40B4-BE49-F238E27FC236}">
                <a16:creationId xmlns:a16="http://schemas.microsoft.com/office/drawing/2014/main" id="{9C5483A0-0E31-72CE-21C3-6248FAEBC09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56832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Picture Placeholder 16" descr="Place pictogram here">
            <a:extLst>
              <a:ext uri="{FF2B5EF4-FFF2-40B4-BE49-F238E27FC236}">
                <a16:creationId xmlns:a16="http://schemas.microsoft.com/office/drawing/2014/main" id="{62C94928-6A9B-2EA7-301C-71E5F2547C8A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6072" y="6473951"/>
            <a:ext cx="1216152" cy="1216152"/>
          </a:xfrm>
        </p:spPr>
        <p:txBody>
          <a:bodyPr anchor="ctr"/>
          <a:lstStyle>
            <a:lvl1pPr algn="ctr">
              <a:defRPr sz="16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0565063-698E-31B0-B619-B99A9A0B3D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6072" y="8385048"/>
            <a:ext cx="6670676" cy="3048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18" descr="Place pictogram here">
            <a:extLst>
              <a:ext uri="{FF2B5EF4-FFF2-40B4-BE49-F238E27FC236}">
                <a16:creationId xmlns:a16="http://schemas.microsoft.com/office/drawing/2014/main" id="{2E840026-2FAF-826F-DCFD-3FF0082B082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63500" y="6477000"/>
            <a:ext cx="1216152" cy="1216152"/>
          </a:xfrm>
        </p:spPr>
        <p:txBody>
          <a:bodyPr anchor="ctr"/>
          <a:lstStyle>
            <a:lvl1pPr algn="ctr">
              <a:defRPr sz="16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4E44FFD-1EB7-1873-F6D1-67DE839EF0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63501" y="8382000"/>
            <a:ext cx="6667500" cy="3048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07BB90E-D2B7-D6BA-E8F5-B16C3F57F6F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DDCE3A8-54F6-70FC-38D0-2AF2D8AB71E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96384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76072" y="576072"/>
            <a:ext cx="4956175" cy="1141412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1682496"/>
            <a:ext cx="5715000" cy="2276856"/>
          </a:xfrm>
        </p:spPr>
        <p:txBody>
          <a:bodyPr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5024" y="576072"/>
            <a:ext cx="495300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59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E92126-B67C-8301-95D0-A821B80439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33241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76072" y="576072"/>
            <a:ext cx="4956175" cy="448056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1527048"/>
            <a:ext cx="11044239" cy="2276856"/>
          </a:xfrm>
        </p:spPr>
        <p:txBody>
          <a:bodyPr rIns="457200"/>
          <a:lstStyle>
            <a:lvl1pPr>
              <a:lnSpc>
                <a:spcPct val="11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69913"/>
            <a:ext cx="495300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69913"/>
            <a:ext cx="495935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59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810613"/>
      </p:ext>
    </p:extLst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56175" cy="4573587"/>
          </a:xfrm>
        </p:spPr>
        <p:txBody>
          <a:bodyPr/>
          <a:lstStyle>
            <a:lvl1pPr>
              <a:lnSpc>
                <a:spcPct val="10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6656832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3241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7760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D0BCD34-4CA7-388C-5244-7DC8F9F36F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62297"/>
      </p:ext>
    </p:extLst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9" cy="4573587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6656832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9591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7760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828484"/>
      </p:ext>
    </p:extLst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4573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B1D44C30-196F-B4B1-540A-E556579735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665976" y="576072"/>
            <a:ext cx="495300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76072"/>
            <a:ext cx="495300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B1A268B-43F5-F600-93B7-6248877F5D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69151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59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A4BD59-9F51-7E32-8659-A763D0799EB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180E7AB4-F0E4-7C09-7FE7-9F182217F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056091"/>
      </p:ext>
    </p:extLst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2859087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24" name="Straight Connector 23" descr="Vertical column divider">
            <a:extLst>
              <a:ext uri="{FF2B5EF4-FFF2-40B4-BE49-F238E27FC236}">
                <a16:creationId xmlns:a16="http://schemas.microsoft.com/office/drawing/2014/main" id="{B5CBE6E3-0E18-8A57-578D-D314948AF14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6096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Picture Placeholder 15" descr="Place icon here">
            <a:extLst>
              <a:ext uri="{FF2B5EF4-FFF2-40B4-BE49-F238E27FC236}">
                <a16:creationId xmlns:a16="http://schemas.microsoft.com/office/drawing/2014/main" id="{DD1F0C48-79E5-E356-43FC-0FCF2DE89A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667500" y="576072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67500" y="1333500"/>
            <a:ext cx="4951413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8" name="Straight Connector 27" descr="Vertical column divider">
            <a:extLst>
              <a:ext uri="{FF2B5EF4-FFF2-40B4-BE49-F238E27FC236}">
                <a16:creationId xmlns:a16="http://schemas.microsoft.com/office/drawing/2014/main" id="{52FF3B59-8BBA-8C99-9D4D-743723E434F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Picture Placeholder 15" descr="Place icon here">
            <a:extLst>
              <a:ext uri="{FF2B5EF4-FFF2-40B4-BE49-F238E27FC236}">
                <a16:creationId xmlns:a16="http://schemas.microsoft.com/office/drawing/2014/main" id="{18E9E323-0756-7849-8F52-19C58A517BD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63501" y="576072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1" y="1333500"/>
            <a:ext cx="4953000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7" name="Straight Connector 26" descr="Vertical column divider">
            <a:extLst>
              <a:ext uri="{FF2B5EF4-FFF2-40B4-BE49-F238E27FC236}">
                <a16:creationId xmlns:a16="http://schemas.microsoft.com/office/drawing/2014/main" id="{47200B05-7E36-4E03-3739-0BA98376461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Picture Placeholder 15" descr="Place icon here">
            <a:extLst>
              <a:ext uri="{FF2B5EF4-FFF2-40B4-BE49-F238E27FC236}">
                <a16:creationId xmlns:a16="http://schemas.microsoft.com/office/drawing/2014/main" id="{7C3BFFDB-5499-B3D7-98B2-1ABDA7D5C9D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8859501" y="576072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859501" y="1333500"/>
            <a:ext cx="4953000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096000" y="6096000"/>
            <a:ext cx="17722850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Picture Placeholder 15" descr="Place icon here">
            <a:extLst>
              <a:ext uri="{FF2B5EF4-FFF2-40B4-BE49-F238E27FC236}">
                <a16:creationId xmlns:a16="http://schemas.microsoft.com/office/drawing/2014/main" id="{C00295A2-8D30-455D-EBB9-FA7A4679193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667500" y="6694631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67500" y="7429500"/>
            <a:ext cx="4951413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Picture Placeholder 15" descr="Place icon here">
            <a:extLst>
              <a:ext uri="{FF2B5EF4-FFF2-40B4-BE49-F238E27FC236}">
                <a16:creationId xmlns:a16="http://schemas.microsoft.com/office/drawing/2014/main" id="{F30F0F2C-CA19-3A79-4375-EB8A00FA887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2763501" y="6694631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763501" y="7429500"/>
            <a:ext cx="4951413" cy="379268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15" descr="Place icon here">
            <a:extLst>
              <a:ext uri="{FF2B5EF4-FFF2-40B4-BE49-F238E27FC236}">
                <a16:creationId xmlns:a16="http://schemas.microsoft.com/office/drawing/2014/main" id="{9354D8C6-F61D-3FC1-07F8-FEE730E2D7A8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8859501" y="6694631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8859501" y="7429500"/>
            <a:ext cx="4953000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A430D6-E733-E611-E1EF-A795D0B0362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A0B46D22-64E6-4222-F4E2-B807A7A152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205542"/>
      </p:ext>
    </p:extLst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39475" cy="3413126"/>
          </a:xfrm>
        </p:spPr>
        <p:txBody>
          <a:bodyPr rIns="457200"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20" name="Straight Connector 19" descr="Vertical column divider">
            <a:extLst>
              <a:ext uri="{FF2B5EF4-FFF2-40B4-BE49-F238E27FC236}">
                <a16:creationId xmlns:a16="http://schemas.microsoft.com/office/drawing/2014/main" id="{F764036E-86AB-0893-B72B-200B84A6BC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576072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 descr="Vertical column divider">
            <a:extLst>
              <a:ext uri="{FF2B5EF4-FFF2-40B4-BE49-F238E27FC236}">
                <a16:creationId xmlns:a16="http://schemas.microsoft.com/office/drawing/2014/main" id="{B87B78A1-A315-98D3-1692-18AAAF4C600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862675" y="576072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6" name="Straight Connector 15" descr="Horizontal row divider">
            <a:extLst>
              <a:ext uri="{FF2B5EF4-FFF2-40B4-BE49-F238E27FC236}">
                <a16:creationId xmlns:a16="http://schemas.microsoft.com/office/drawing/2014/main" id="{4F455E69-0B51-1D31-E569-651079398D3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7467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6072" y="6665976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54C560F4-CB2D-6B04-588B-57BB4D4E6DC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096000" y="6096000"/>
            <a:ext cx="0" cy="590550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750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6350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862675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5C7A71B-E65D-0A5D-606D-9F95D5AC6BE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512172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3413126"/>
          </a:xfrm>
        </p:spPr>
        <p:txBody>
          <a:bodyPr rIns="0"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20" name="Straight Connector 19" descr="Vertical column divider">
            <a:extLst>
              <a:ext uri="{FF2B5EF4-FFF2-40B4-BE49-F238E27FC236}">
                <a16:creationId xmlns:a16="http://schemas.microsoft.com/office/drawing/2014/main" id="{F764036E-86AB-0893-B72B-200B84A6BC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576072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 descr="Vertical column divider">
            <a:extLst>
              <a:ext uri="{FF2B5EF4-FFF2-40B4-BE49-F238E27FC236}">
                <a16:creationId xmlns:a16="http://schemas.microsoft.com/office/drawing/2014/main" id="{B87B78A1-A315-98D3-1692-18AAAF4C600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862675" y="576072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6" name="Straight Connector 15" descr="Horizontal row divider">
            <a:extLst>
              <a:ext uri="{FF2B5EF4-FFF2-40B4-BE49-F238E27FC236}">
                <a16:creationId xmlns:a16="http://schemas.microsoft.com/office/drawing/2014/main" id="{4F455E69-0B51-1D31-E569-651079398D3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7467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016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54C560F4-CB2D-6B04-588B-57BB4D4E6DC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096000" y="6096000"/>
            <a:ext cx="0" cy="590550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750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6350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862675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8DA00F4-B5C9-B0CB-71F8-ED123EAA68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2167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072" y="3429000"/>
            <a:ext cx="4956175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763500" y="569913"/>
            <a:ext cx="11049000" cy="12574587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77F84A-1700-568D-FF6C-C74EAF713E1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836230"/>
      </p:ext>
    </p:extLst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EDE688-75EF-DA04-F0B3-24F53FFC6B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6072" y="3429000"/>
            <a:ext cx="4956175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Picture Placeholder 11" descr="Place imagery here">
            <a:extLst>
              <a:ext uri="{FF2B5EF4-FFF2-40B4-BE49-F238E27FC236}">
                <a16:creationId xmlns:a16="http://schemas.microsoft.com/office/drawing/2014/main" id="{DE390102-FDF4-C834-3F45-02B57A70AD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0"/>
            <a:ext cx="18291175" cy="13716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3555959" y="12896848"/>
            <a:ext cx="256541" cy="2540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154425"/>
      </p:ext>
    </p:extLst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072" y="3429000"/>
            <a:ext cx="4956175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CC70703B-65B6-4B78-8B7C-73857A06C3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67500" y="565151"/>
            <a:ext cx="17151350" cy="1257934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C6A11-84D9-C1BA-F3C9-2E9D1A288B2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768506"/>
      </p:ext>
    </p:extLst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 descr="Place imagery here">
            <a:extLst>
              <a:ext uri="{FF2B5EF4-FFF2-40B4-BE49-F238E27FC236}">
                <a16:creationId xmlns:a16="http://schemas.microsoft.com/office/drawing/2014/main" id="{F6679120-DB81-97FD-CD5A-00DC1F5E66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24387174" cy="13715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3555959" y="12896848"/>
            <a:ext cx="256541" cy="2540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270910"/>
      </p:ext>
    </p:extLst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 descr="Place imagery here">
            <a:extLst>
              <a:ext uri="{FF2B5EF4-FFF2-40B4-BE49-F238E27FC236}">
                <a16:creationId xmlns:a16="http://schemas.microsoft.com/office/drawing/2014/main" id="{34239CCE-9A38-90E1-F860-FF40FBDA240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68325" y="569913"/>
            <a:ext cx="23244175" cy="1258093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7694905"/>
      </p:ext>
    </p:extLst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7" descr="Place bio portrait here">
            <a:extLst>
              <a:ext uri="{FF2B5EF4-FFF2-40B4-BE49-F238E27FC236}">
                <a16:creationId xmlns:a16="http://schemas.microsoft.com/office/drawing/2014/main" id="{E889D859-F4A1-3E97-F05E-8D134A25B9F2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76072" y="2667000"/>
            <a:ext cx="2473325" cy="2476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429000" y="2667000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 descr="Place bio portrait here">
            <a:extLst>
              <a:ext uri="{FF2B5EF4-FFF2-40B4-BE49-F238E27FC236}">
                <a16:creationId xmlns:a16="http://schemas.microsoft.com/office/drawing/2014/main" id="{AB8510EE-4140-AEDB-B7AB-EF1D4B72D2A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76072" y="61214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0" y="6121400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7" descr="Place bio portrait here">
            <a:extLst>
              <a:ext uri="{FF2B5EF4-FFF2-40B4-BE49-F238E27FC236}">
                <a16:creationId xmlns:a16="http://schemas.microsoft.com/office/drawing/2014/main" id="{3F048335-9A0B-2C1F-47A6-67051F2007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6072" y="95250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29000" y="9525001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7" descr="Place bio portrait here">
            <a:extLst>
              <a:ext uri="{FF2B5EF4-FFF2-40B4-BE49-F238E27FC236}">
                <a16:creationId xmlns:a16="http://schemas.microsoft.com/office/drawing/2014/main" id="{F94AC7E0-2DC4-5DEB-8E1E-2F27996F98E6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2757150" y="26670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5617825" y="2667000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7" descr="Place bio portrait here">
            <a:extLst>
              <a:ext uri="{FF2B5EF4-FFF2-40B4-BE49-F238E27FC236}">
                <a16:creationId xmlns:a16="http://schemas.microsoft.com/office/drawing/2014/main" id="{A33F8C74-1D30-FEA9-4F3C-636531C8614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2757150" y="61214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5617825" y="6121400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7" descr="Place bio portrait here">
            <a:extLst>
              <a:ext uri="{FF2B5EF4-FFF2-40B4-BE49-F238E27FC236}">
                <a16:creationId xmlns:a16="http://schemas.microsoft.com/office/drawing/2014/main" id="{2E690121-61A1-708E-E5B8-5B65A668E62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757150" y="95250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5617825" y="9525001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A84-CCD3-C297-7314-225B96D47D6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4870601-E9CA-9D0E-804F-2A7353CE534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719277"/>
      </p:ext>
    </p:extLst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4573587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B3D8D357-75A1-F4FD-F531-380CF7DE4340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6667500" y="569913"/>
            <a:ext cx="17145000" cy="11431587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A8EE3-1224-3A4B-8A9E-611D8DCF629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989FA07-F7B7-BE4B-581F-7BE47BBA605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29029"/>
      </p:ext>
    </p:extLst>
  </p:cSld>
  <p:clrMapOvr>
    <a:masterClrMapping/>
  </p:clrMapOvr>
  <p:transition spd="med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6072" y="384048"/>
            <a:ext cx="4956175" cy="2859087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859500" y="569913"/>
            <a:ext cx="4953000" cy="11431587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46304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292608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438912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 dirty="0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187956"/>
      </p:ext>
    </p:extLst>
  </p:cSld>
  <p:clrMapOvr>
    <a:masterClrMapping/>
  </p:clrMapOvr>
  <p:transition spd="med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704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05039"/>
      </p:ext>
    </p:extLst>
  </p:cSld>
  <p:clrMapOvr>
    <a:masterClrMapping/>
  </p:clrMapOvr>
  <p:transition spd="med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6072" y="384048"/>
            <a:ext cx="4956175" cy="2859087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54E531DA-4051-706E-065B-21A0391415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763500" y="569913"/>
            <a:ext cx="4953000" cy="11431587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46304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292608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438912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 dirty="0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859500" y="569913"/>
            <a:ext cx="4953000" cy="11431587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46304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292608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438912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 dirty="0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81024" y="1280477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AD686F0-BF95-1E62-61EC-96790733887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6161"/>
      </p:ext>
    </p:extLst>
  </p:cSld>
  <p:clrMapOvr>
    <a:masterClrMapping/>
  </p:clrMapOvr>
  <p:transition spd="med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10465371" y="6168460"/>
            <a:ext cx="3456432" cy="1379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384914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41592" y="12939014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576072" y="576072"/>
            <a:ext cx="22590125" cy="2651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574675" y="3327399"/>
            <a:ext cx="22590125" cy="8669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8324" y="12804235"/>
            <a:ext cx="4956176" cy="381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Qiskit Fall Fest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90312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4" r:id="rId1"/>
    <p:sldLayoutId id="2147483904" r:id="rId2"/>
    <p:sldLayoutId id="2147483905" r:id="rId3"/>
    <p:sldLayoutId id="2147483901" r:id="rId4"/>
    <p:sldLayoutId id="2147483692" r:id="rId5"/>
    <p:sldLayoutId id="2147483906" r:id="rId6"/>
    <p:sldLayoutId id="2147483907" r:id="rId7"/>
    <p:sldLayoutId id="2147483910" r:id="rId8"/>
    <p:sldLayoutId id="2147483908" r:id="rId9"/>
    <p:sldLayoutId id="2147483909" r:id="rId10"/>
    <p:sldLayoutId id="2147483912" r:id="rId11"/>
    <p:sldLayoutId id="2147483914" r:id="rId12"/>
    <p:sldLayoutId id="2147483915" r:id="rId13"/>
    <p:sldLayoutId id="2147483913" r:id="rId14"/>
    <p:sldLayoutId id="2147483917" r:id="rId15"/>
    <p:sldLayoutId id="2147483942" r:id="rId16"/>
    <p:sldLayoutId id="2147483919" r:id="rId17"/>
    <p:sldLayoutId id="2147483929" r:id="rId18"/>
    <p:sldLayoutId id="2147483920" r:id="rId19"/>
    <p:sldLayoutId id="2147483930" r:id="rId20"/>
    <p:sldLayoutId id="2147483928" r:id="rId21"/>
    <p:sldLayoutId id="2147483948" r:id="rId22"/>
    <p:sldLayoutId id="2147483927" r:id="rId23"/>
    <p:sldLayoutId id="2147483950" r:id="rId24"/>
    <p:sldLayoutId id="2147483921" r:id="rId25"/>
    <p:sldLayoutId id="2147483916" r:id="rId26"/>
    <p:sldLayoutId id="2147483922" r:id="rId27"/>
    <p:sldLayoutId id="2147483953" r:id="rId28"/>
    <p:sldLayoutId id="2147483956" r:id="rId29"/>
    <p:sldLayoutId id="2147483923" r:id="rId30"/>
    <p:sldLayoutId id="2147483924" r:id="rId31"/>
    <p:sldLayoutId id="2147483926" r:id="rId32"/>
    <p:sldLayoutId id="2147483925" r:id="rId33"/>
    <p:sldLayoutId id="2147483959" r:id="rId34"/>
    <p:sldLayoutId id="2147483937" r:id="rId35"/>
    <p:sldLayoutId id="2147483932" r:id="rId36"/>
    <p:sldLayoutId id="2147483934" r:id="rId37"/>
    <p:sldLayoutId id="2147483935" r:id="rId38"/>
    <p:sldLayoutId id="2147483936" r:id="rId39"/>
    <p:sldLayoutId id="2147483938" r:id="rId40"/>
    <p:sldLayoutId id="2147483939" r:id="rId41"/>
    <p:sldLayoutId id="2147483940" r:id="rId42"/>
    <p:sldLayoutId id="2147483943" r:id="rId43"/>
    <p:sldLayoutId id="2147483960" r:id="rId44"/>
    <p:sldLayoutId id="2147483941" r:id="rId45"/>
  </p:sldLayoutIdLst>
  <p:transition spd="med"/>
  <p:hf hdr="0" dt="0"/>
  <p:txStyles>
    <p:titleStyle>
      <a:lvl1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362568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725139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1087706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1450276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2438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329184" marR="0" indent="-329184" algn="l" defTabSz="2438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36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658368" marR="0" indent="-329184" algn="l" defTabSz="2438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987552" marR="0" indent="-329184" algn="l" defTabSz="2438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36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1143000" marR="0" indent="-457200" algn="l" defTabSz="2438400" rtl="0" eaLnBrk="1" latinLnBrk="0" hangingPunct="1">
        <a:lnSpc>
          <a:spcPct val="110000"/>
        </a:lnSpc>
        <a:spcBef>
          <a:spcPts val="290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1843060" marR="0" indent="-389009" algn="l" defTabSz="2438400" rtl="0" eaLnBrk="1" latinLnBrk="0" hangingPunct="1">
        <a:lnSpc>
          <a:spcPct val="100000"/>
        </a:lnSpc>
        <a:spcBef>
          <a:spcPts val="2900"/>
        </a:spcBef>
        <a:spcAft>
          <a:spcPts val="0"/>
        </a:spcAft>
        <a:buClrTx/>
        <a:buSzPct val="100000"/>
        <a:buFontTx/>
        <a:buChar char="»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2205631" marR="0" indent="-389009" algn="l" defTabSz="2438400" rtl="0" eaLnBrk="1" latinLnBrk="0" hangingPunct="1">
        <a:lnSpc>
          <a:spcPct val="100000"/>
        </a:lnSpc>
        <a:spcBef>
          <a:spcPts val="2900"/>
        </a:spcBef>
        <a:spcAft>
          <a:spcPts val="0"/>
        </a:spcAft>
        <a:buClrTx/>
        <a:buSzPct val="100000"/>
        <a:buFontTx/>
        <a:buChar char="»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2568200" marR="0" indent="-389009" algn="l" defTabSz="2438400" rtl="0" eaLnBrk="1" latinLnBrk="0" hangingPunct="1">
        <a:lnSpc>
          <a:spcPct val="100000"/>
        </a:lnSpc>
        <a:spcBef>
          <a:spcPts val="2900"/>
        </a:spcBef>
        <a:spcAft>
          <a:spcPts val="0"/>
        </a:spcAft>
        <a:buClrTx/>
        <a:buSzPct val="100000"/>
        <a:buFontTx/>
        <a:buChar char="»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2930769" marR="0" indent="-389009" algn="l" defTabSz="2438400" rtl="0" eaLnBrk="1" latinLnBrk="0" hangingPunct="1">
        <a:lnSpc>
          <a:spcPct val="100000"/>
        </a:lnSpc>
        <a:spcBef>
          <a:spcPts val="2900"/>
        </a:spcBef>
        <a:spcAft>
          <a:spcPts val="0"/>
        </a:spcAft>
        <a:buClrTx/>
        <a:buSzPct val="100000"/>
        <a:buFontTx/>
        <a:buChar char="»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342991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685982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1028974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1371965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1714956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2057948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2400940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2743931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80" userDrawn="1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468565-7F8C-02B2-C023-76DFC301D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08D1FA-790B-BE98-6D1F-5A6EAB6BEB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 err="1">
                <a:solidFill>
                  <a:srgbClr val="697077"/>
                </a:solidFill>
                <a:latin typeface="IBM Plex Mono" panose="020B0509050203000203" pitchFamily="49" charset="77"/>
              </a:rPr>
              <a:t>Qiskit</a:t>
            </a:r>
            <a:r>
              <a:rPr lang="en-US" dirty="0">
                <a:solidFill>
                  <a:srgbClr val="697077"/>
                </a:solidFill>
                <a:latin typeface="IBM Plex Mono" panose="020B0509050203000203" pitchFamily="49" charset="77"/>
              </a:rPr>
              <a:t> Fall Fest 202</a:t>
            </a:r>
            <a:r>
              <a:rPr lang="en-US" altLang="ko-KR" dirty="0">
                <a:solidFill>
                  <a:srgbClr val="697077"/>
                </a:solidFill>
                <a:latin typeface="IBM Plex Mono" panose="020B0509050203000203" pitchFamily="49" charset="77"/>
              </a:rPr>
              <a:t>6</a:t>
            </a:r>
            <a:endParaRPr lang="en-US" dirty="0">
              <a:solidFill>
                <a:srgbClr val="697077"/>
              </a:solidFill>
              <a:latin typeface="IBM Plex Mono" panose="020B0509050203000203" pitchFamily="49" charset="77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7EB306-8B59-F739-1EC6-FA841CDAE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Decade in the Cloud</a:t>
            </a:r>
            <a:r>
              <a:rPr lang="en-US" dirty="0">
                <a:solidFill>
                  <a:schemeClr val="tx1"/>
                </a:solidFill>
                <a:latin typeface="+mj-lt"/>
              </a:rPr>
              <a:t>, IBMQ/</a:t>
            </a:r>
            <a:r>
              <a:rPr lang="en-US" dirty="0" err="1">
                <a:solidFill>
                  <a:schemeClr val="tx1"/>
                </a:solidFill>
                <a:latin typeface="+mj-lt"/>
              </a:rPr>
              <a:t>Qiskit</a:t>
            </a:r>
            <a:r>
              <a:rPr lang="en-US" dirty="0">
                <a:solidFill>
                  <a:schemeClr val="tx1"/>
                </a:solidFill>
                <a:latin typeface="+mj-lt"/>
              </a:rPr>
              <a:t> meets the PNW </a:t>
            </a:r>
            <a:br>
              <a:rPr lang="en-US" dirty="0">
                <a:solidFill>
                  <a:schemeClr val="tx1"/>
                </a:solidFill>
                <a:latin typeface="+mj-lt"/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73635637-1E5E-106A-A762-CEC4372BF058}"/>
              </a:ext>
            </a:extLst>
          </p:cNvPr>
          <p:cNvSpPr txBox="1">
            <a:spLocks/>
          </p:cNvSpPr>
          <p:nvPr/>
        </p:nvSpPr>
        <p:spPr>
          <a:xfrm>
            <a:off x="568325" y="6858000"/>
            <a:ext cx="5991963" cy="1222512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 marL="0" algn="l" defTabSz="1829379" rtl="0" eaLnBrk="1" latinLnBrk="0" hangingPunct="1">
              <a:defRPr sz="1600" b="0" i="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91468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9379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406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8759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3447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813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2827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751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IBM Plex Sans Medm" panose="020B0503050203000203" pitchFamily="34" charset="0"/>
              </a:rPr>
              <a:t>Natalie Hawkins</a:t>
            </a:r>
            <a:br>
              <a:rPr lang="en-US" sz="2800" dirty="0">
                <a:effectLst/>
                <a:latin typeface="IBM Plex Sans Light" panose="020B0403050203000203" pitchFamily="34" charset="0"/>
              </a:rPr>
            </a:br>
            <a:r>
              <a:rPr lang="en-US" sz="2800" dirty="0">
                <a:latin typeface="+mj-lt"/>
              </a:rPr>
              <a:t>Lead Organizer, QFF26</a:t>
            </a:r>
            <a:br>
              <a:rPr lang="en-US" sz="2800" dirty="0">
                <a:effectLst/>
                <a:latin typeface="+mj-lt"/>
              </a:rPr>
            </a:br>
            <a:r>
              <a:rPr lang="en-US" sz="2800" dirty="0">
                <a:latin typeface="+mj-lt"/>
              </a:rPr>
              <a:t>Seattle Quantum Computing Meetup </a:t>
            </a:r>
            <a:endParaRPr lang="en-US" sz="2800" dirty="0">
              <a:effectLst/>
              <a:latin typeface="+mj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471F0B-D9E0-C64D-108B-A65871DB2028}"/>
              </a:ext>
            </a:extLst>
          </p:cNvPr>
          <p:cNvSpPr txBox="1"/>
          <p:nvPr/>
        </p:nvSpPr>
        <p:spPr>
          <a:xfrm>
            <a:off x="22983568" y="-321276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444465" marR="0" lvl="0" indent="-446749" algn="l" defTabSz="2438400" rtl="0" eaLnBrk="1" fontAlgn="auto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/>
            </a:pPr>
            <a:endParaRPr kumimoji="0" lang="en-US" sz="3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/>
              <a:ea typeface="+mn-ea"/>
              <a:cs typeface="+mn-cs"/>
              <a:sym typeface="IBM Plex Sans Ligh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78913B-B5E9-C59B-A3BC-AD70A2C1C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3708" y="706779"/>
            <a:ext cx="9897395" cy="121408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D09C3CE-733E-92EC-CCE7-E1B2BC03C7D3}"/>
              </a:ext>
            </a:extLst>
          </p:cNvPr>
          <p:cNvSpPr txBox="1"/>
          <p:nvPr/>
        </p:nvSpPr>
        <p:spPr>
          <a:xfrm>
            <a:off x="27679135" y="4151870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84524566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DAEBC-7C59-3E8D-1965-34A74DD74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DBF73A-F1A9-1A8C-EC0C-E9A669A97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9244" y="544512"/>
            <a:ext cx="2859087" cy="28590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DE21B1-6DF0-841C-2C92-0F1F0039E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1" y="384048"/>
            <a:ext cx="17648134" cy="8100733"/>
          </a:xfrm>
        </p:spPr>
        <p:txBody>
          <a:bodyPr/>
          <a:lstStyle/>
          <a:p>
            <a:r>
              <a:rPr lang="en-US" b="1" dirty="0"/>
              <a:t>QFF26 Kickoff Agenda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What is </a:t>
            </a:r>
            <a:r>
              <a:rPr lang="en-US" dirty="0" err="1"/>
              <a:t>Qiskit</a:t>
            </a:r>
            <a:r>
              <a:rPr lang="en-US" dirty="0"/>
              <a:t> Fall Fest?</a:t>
            </a:r>
            <a:br>
              <a:rPr lang="en-US" dirty="0"/>
            </a:br>
            <a:r>
              <a:rPr lang="en-US" dirty="0"/>
              <a:t>- What are we going to do in Seattle?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What is the status of QC today?</a:t>
            </a:r>
            <a:br>
              <a:rPr lang="en-US" dirty="0"/>
            </a:br>
            <a:r>
              <a:rPr lang="en-US" dirty="0"/>
              <a:t>- How can you learn more about QC and </a:t>
            </a:r>
            <a:r>
              <a:rPr lang="en-US" dirty="0" err="1"/>
              <a:t>Qiskit</a:t>
            </a:r>
            <a:r>
              <a:rPr lang="en-US" dirty="0"/>
              <a:t>?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6D7752-B0CA-B36E-70B0-26AA0862F60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Fall Fest 202</a:t>
            </a:r>
            <a:r>
              <a:rPr lang="en-US" altLang="ko-KR" dirty="0"/>
              <a:t>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397903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FA30839A-819A-AF21-5CC3-5B32ACCF3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674" y="420624"/>
            <a:ext cx="22699995" cy="9797264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QFF26 – Global Event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gradFill>
                  <a:gsLst>
                    <a:gs pos="0">
                      <a:srgbClr val="FF7EB6"/>
                    </a:gs>
                    <a:gs pos="99000">
                      <a:srgbClr val="BE95FF"/>
                    </a:gs>
                  </a:gsLst>
                  <a:lin ang="0" scaled="0"/>
                </a:gradFill>
              </a:rPr>
              <a:t>4000+ Applications, IBMQ Selected 200 Hosts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Oct 5 – Nov 30, 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A0412B-DB96-0F56-F7E2-9534B49DB656}"/>
              </a:ext>
            </a:extLst>
          </p:cNvPr>
          <p:cNvSpPr txBox="1"/>
          <p:nvPr/>
        </p:nvSpPr>
        <p:spPr>
          <a:xfrm>
            <a:off x="1222744" y="10877107"/>
            <a:ext cx="14577237" cy="16161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algn="l" defTabSz="2438400">
              <a:spcBef>
                <a:spcPts val="2900"/>
              </a:spcBef>
              <a:buSzPct val="100000"/>
            </a:pPr>
            <a:endParaRPr lang="en-US" dirty="0">
              <a:sym typeface="IBM Plex Sa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C69448-3E91-A76C-23D9-3EF40471C309}"/>
              </a:ext>
            </a:extLst>
          </p:cNvPr>
          <p:cNvSpPr txBox="1"/>
          <p:nvPr/>
        </p:nvSpPr>
        <p:spPr>
          <a:xfrm>
            <a:off x="786808" y="11685181"/>
            <a:ext cx="19755293" cy="646331"/>
          </a:xfrm>
          <a:prstGeom prst="rect">
            <a:avLst/>
          </a:prstGeom>
          <a:noFill/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Link to the complete list of 200 QFF26’s: ADD Link Here when available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180383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E9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0B111D-6739-7594-2611-E23FA3D75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9244" y="384046"/>
            <a:ext cx="2859087" cy="28590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0FC785-4B73-1374-CE3A-190BCF867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675" y="384047"/>
            <a:ext cx="22614934" cy="11598845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You can earn: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-Participant Certificate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-Winning Certificate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-Swag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-A chance to present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AB4860-B80A-E3E0-1A24-4210B3E952F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Fall Fest 202</a:t>
            </a:r>
            <a:r>
              <a:rPr lang="en-US" altLang="ko-KR" dirty="0"/>
              <a:t>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042435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41AC1-FD18-DE39-2E18-8A40CF2B8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19EC01-B420-BB79-0C00-9CDC8EEE32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675" y="10109201"/>
            <a:ext cx="1892300" cy="18923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A3CC3CB-A510-7EA6-1E4A-B945EF4624A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Oct 6 – Nov 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3B4B7B-721A-D7B7-2383-7F453B6C5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1527048"/>
            <a:ext cx="11044239" cy="2276856"/>
          </a:xfrm>
        </p:spPr>
        <p:txBody>
          <a:bodyPr/>
          <a:lstStyle/>
          <a:p>
            <a:r>
              <a:rPr lang="en-US" dirty="0"/>
              <a:t>What are we going to do in Seattle?</a:t>
            </a:r>
          </a:p>
        </p:txBody>
      </p: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5D6E71A0-13C2-6858-4E44-F39DF589ED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 bwMode="auto">
          <a:xfrm>
            <a:off x="12192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180A4A-40E4-9578-219B-74B1320E6E2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>
                <a:solidFill>
                  <a:srgbClr val="8A3FFC"/>
                </a:solidFill>
              </a:rPr>
              <a:t>Qiskit</a:t>
            </a:r>
            <a:endParaRPr lang="en-US" dirty="0">
              <a:solidFill>
                <a:srgbClr val="8A3FFC"/>
              </a:solidFill>
            </a:endParaRPr>
          </a:p>
          <a:p>
            <a:endParaRPr lang="en-US" dirty="0"/>
          </a:p>
          <a:p>
            <a:r>
              <a:rPr lang="en-US" dirty="0"/>
              <a:t>Is an open-source software development kit (SDK) used to program, optimize, and execute quantum programs on real quantum hardware or classical simulators.</a:t>
            </a:r>
          </a:p>
          <a:p>
            <a:endParaRPr lang="en-US" dirty="0"/>
          </a:p>
        </p:txBody>
      </p:sp>
      <p:cxnSp>
        <p:nvCxnSpPr>
          <p:cNvPr id="12" name="Straight Connector 11" descr="Vertical column divider">
            <a:extLst>
              <a:ext uri="{FF2B5EF4-FFF2-40B4-BE49-F238E27FC236}">
                <a16:creationId xmlns:a16="http://schemas.microsoft.com/office/drawing/2014/main" id="{06B59C81-36E7-3538-2B4A-D5F5F456165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7DB81A-6A19-D07B-3A0B-76D00BBB68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Applications</a:t>
            </a:r>
          </a:p>
          <a:p>
            <a:endParaRPr lang="en-US" dirty="0"/>
          </a:p>
          <a:p>
            <a:r>
              <a:rPr lang="en-US" dirty="0"/>
              <a:t>We have </a:t>
            </a:r>
            <a:r>
              <a:rPr lang="en-US" dirty="0" err="1"/>
              <a:t>Qiskit</a:t>
            </a:r>
            <a:r>
              <a:rPr lang="en-US" dirty="0"/>
              <a:t> coding exercises to help you see how quantum computers can be applied to real world problems, such as: finding ground state energy, solving an optimization problem, simulating physics, and predicting useful drug molecular structures.  </a:t>
            </a:r>
          </a:p>
          <a:p>
            <a:endParaRPr lang="en-US" dirty="0"/>
          </a:p>
        </p:txBody>
      </p:sp>
      <p:cxnSp>
        <p:nvCxnSpPr>
          <p:cNvPr id="10" name="Straight Connector 9" descr="Horizontal row divider">
            <a:extLst>
              <a:ext uri="{FF2B5EF4-FFF2-40B4-BE49-F238E27FC236}">
                <a16:creationId xmlns:a16="http://schemas.microsoft.com/office/drawing/2014/main" id="{82F61F6C-A4D9-5626-A690-4D6C0C35699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 bwMode="auto">
          <a:xfrm>
            <a:off x="12192000" y="6096000"/>
            <a:ext cx="1162202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79338A4-6D22-C3CB-A205-7C8F24FF80B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Local Quantum Platforms</a:t>
            </a:r>
          </a:p>
          <a:p>
            <a:endParaRPr lang="en-US" dirty="0"/>
          </a:p>
          <a:p>
            <a:r>
              <a:rPr lang="en-US" dirty="0"/>
              <a:t>Interact with quantum platforms, quantum software, or quantum computers created by companies that have employees in the PNW, such as: AWS, IBM, Intel, IONQ, Microsoft Azure, NVIDIA, and Q-Ctrl.  </a:t>
            </a:r>
          </a:p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DFBD6BF-E2B0-8EC3-08D0-19743F79C7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Presentations</a:t>
            </a:r>
          </a:p>
          <a:p>
            <a:endParaRPr lang="en-US" dirty="0"/>
          </a:p>
          <a:p>
            <a:r>
              <a:rPr lang="en-US" dirty="0"/>
              <a:t>We will have short talks by people working on quantum problems in industry and academia, and by you, participants of the </a:t>
            </a:r>
            <a:r>
              <a:rPr lang="en-US" dirty="0" err="1"/>
              <a:t>Qiskit</a:t>
            </a:r>
            <a:r>
              <a:rPr lang="en-US" dirty="0"/>
              <a:t> Fall Fest 2026!</a:t>
            </a:r>
          </a:p>
          <a:p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E29ED9-0E0C-0D56-405F-E222EB53CF9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Fall Fest 202</a:t>
            </a:r>
            <a:r>
              <a:rPr lang="en-US" altLang="ko-KR" dirty="0"/>
              <a:t>6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8DF9F4-BFE1-9FB9-A23D-B75917FCDE0A}"/>
              </a:ext>
            </a:extLst>
          </p:cNvPr>
          <p:cNvSpPr txBox="1"/>
          <p:nvPr/>
        </p:nvSpPr>
        <p:spPr>
          <a:xfrm>
            <a:off x="26273760" y="12649200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139813-A543-2565-5C23-FF333AE7972E}"/>
              </a:ext>
            </a:extLst>
          </p:cNvPr>
          <p:cNvSpPr txBox="1"/>
          <p:nvPr/>
        </p:nvSpPr>
        <p:spPr>
          <a:xfrm>
            <a:off x="576072" y="4761131"/>
            <a:ext cx="11044239" cy="20095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en-US" i="1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Schedule of Events:</a:t>
            </a: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 </a:t>
            </a:r>
          </a:p>
          <a:p>
            <a:pPr defTabSz="2438400">
              <a:spcBef>
                <a:spcPts val="2900"/>
              </a:spcBef>
              <a:buSzPct val="100000"/>
            </a:pP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https://github.com/SeattleQuantumComputingMeetup/qiskit_fallfest_2026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FD076F-0443-1761-C8A4-C8CEACA21C42}"/>
              </a:ext>
            </a:extLst>
          </p:cNvPr>
          <p:cNvSpPr txBox="1"/>
          <p:nvPr/>
        </p:nvSpPr>
        <p:spPr>
          <a:xfrm>
            <a:off x="576072" y="7794364"/>
            <a:ext cx="9792585" cy="22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algn="l" defTabSz="2438400">
              <a:spcBef>
                <a:spcPts val="2900"/>
              </a:spcBef>
              <a:buSzPct val="100000"/>
            </a:pPr>
            <a:r>
              <a:rPr lang="en-US" i="1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Target: </a:t>
            </a:r>
          </a:p>
          <a:p>
            <a:pPr algn="l" defTabSz="2438400">
              <a:spcBef>
                <a:spcPts val="2900"/>
              </a:spcBef>
              <a:buSzPct val="100000"/>
            </a:pP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Software </a:t>
            </a:r>
            <a:r>
              <a:rPr lang="en-US" kern="0" dirty="0" err="1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devs</a:t>
            </a: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, researchers, students</a:t>
            </a:r>
          </a:p>
        </p:txBody>
      </p:sp>
    </p:spTree>
    <p:extLst>
      <p:ext uri="{BB962C8B-B14F-4D97-AF65-F5344CB8AC3E}">
        <p14:creationId xmlns:p14="http://schemas.microsoft.com/office/powerpoint/2010/main" val="155148213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3DC846-0D09-8E6B-1A44-03FD1FB41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2016" y="544513"/>
            <a:ext cx="2859087" cy="28590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555A89-31D3-C769-71AD-38E9ADC2B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1" y="384048"/>
            <a:ext cx="18286087" cy="2859087"/>
          </a:xfrm>
        </p:spPr>
        <p:txBody>
          <a:bodyPr/>
          <a:lstStyle/>
          <a:p>
            <a:r>
              <a:rPr lang="en-US" dirty="0"/>
              <a:t>Highlights from the SQCM </a:t>
            </a:r>
            <a:r>
              <a:rPr lang="en-US" dirty="0" err="1"/>
              <a:t>github</a:t>
            </a:r>
            <a:r>
              <a:rPr lang="en-US" dirty="0"/>
              <a:t> page for QFF26:</a:t>
            </a:r>
            <a:br>
              <a:rPr lang="en-US" dirty="0"/>
            </a:b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588F6F-C66C-FFF6-F027-434CCBD37F2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Fall Fest 202</a:t>
            </a:r>
            <a:r>
              <a:rPr lang="en-US" altLang="ko-KR" dirty="0"/>
              <a:t>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813651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EDF5A-BBDE-15A7-74A6-1245DDEE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D80C62F-9DD9-75E2-0002-CAED5959D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263" y="532124"/>
            <a:ext cx="1892300" cy="1892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39C402-6947-C69E-CCDC-41D8AAF24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status of Quantum Computing today?</a:t>
            </a:r>
          </a:p>
        </p:txBody>
      </p:sp>
      <p:cxnSp>
        <p:nvCxnSpPr>
          <p:cNvPr id="10" name="Straight Connector 9" descr="Horizontal row divider">
            <a:extLst>
              <a:ext uri="{FF2B5EF4-FFF2-40B4-BE49-F238E27FC236}">
                <a16:creationId xmlns:a16="http://schemas.microsoft.com/office/drawing/2014/main" id="{01FD3E6E-BAED-A859-0FA4-4BE0F5E84690}"/>
              </a:ext>
            </a:extLst>
          </p:cNvPr>
          <p:cNvCxnSpPr/>
          <p:nvPr/>
        </p:nvCxnSpPr>
        <p:spPr bwMode="auto">
          <a:xfrm>
            <a:off x="56832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765E5B-8655-B1A8-8F43-59B7AFAF313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1</a:t>
            </a:r>
          </a:p>
          <a:p>
            <a:br>
              <a:rPr lang="en-US" dirty="0"/>
            </a:br>
            <a:r>
              <a:rPr lang="en-US" dirty="0"/>
              <a:t>IBMQ </a:t>
            </a:r>
          </a:p>
          <a:p>
            <a:endParaRPr lang="en-US" dirty="0"/>
          </a:p>
          <a:p>
            <a:r>
              <a:rPr lang="en-US" dirty="0"/>
              <a:t>-SDK: </a:t>
            </a:r>
            <a:r>
              <a:rPr lang="en-US" dirty="0" err="1"/>
              <a:t>Qiskit</a:t>
            </a:r>
            <a:endParaRPr lang="en-US" dirty="0"/>
          </a:p>
          <a:p>
            <a:r>
              <a:rPr lang="en-US" dirty="0"/>
              <a:t>-Current QPUs: </a:t>
            </a:r>
          </a:p>
          <a:p>
            <a:r>
              <a:rPr lang="en-US" dirty="0"/>
              <a:t>--Heron (heavy hex, 133 QBs)</a:t>
            </a:r>
          </a:p>
          <a:p>
            <a:r>
              <a:rPr lang="en-US" dirty="0"/>
              <a:t>--Nighthawk (square, 120 QBs)</a:t>
            </a:r>
          </a:p>
          <a:p>
            <a:endParaRPr lang="en-US" dirty="0"/>
          </a:p>
          <a:p>
            <a:r>
              <a:rPr lang="en-US" dirty="0"/>
              <a:t>-Roadmap: Starling, </a:t>
            </a:r>
            <a:r>
              <a:rPr lang="en-US" dirty="0" err="1"/>
              <a:t>BlueJay</a:t>
            </a:r>
            <a:endParaRPr lang="en-US" dirty="0"/>
          </a:p>
        </p:txBody>
      </p: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25BD3A9D-0678-1120-6EBE-618C0C0F2EB8}"/>
              </a:ext>
            </a:extLst>
          </p:cNvPr>
          <p:cNvCxnSpPr>
            <a:cxnSpLocks/>
          </p:cNvCxnSpPr>
          <p:nvPr/>
        </p:nvCxnSpPr>
        <p:spPr bwMode="auto">
          <a:xfrm>
            <a:off x="6096000" y="6096000"/>
            <a:ext cx="0" cy="587044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C6E358-6272-329B-363C-FF556CBF8E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2</a:t>
            </a:r>
          </a:p>
          <a:p>
            <a:br>
              <a:rPr lang="en-US" dirty="0"/>
            </a:br>
            <a:r>
              <a:rPr lang="en-US" dirty="0"/>
              <a:t>AWS</a:t>
            </a:r>
          </a:p>
          <a:p>
            <a:endParaRPr lang="en-US" dirty="0"/>
          </a:p>
          <a:p>
            <a:r>
              <a:rPr lang="en-US" dirty="0"/>
              <a:t>-SDK: </a:t>
            </a:r>
            <a:r>
              <a:rPr lang="en-US" dirty="0" err="1"/>
              <a:t>Braket</a:t>
            </a:r>
            <a:endParaRPr lang="en-US" dirty="0"/>
          </a:p>
          <a:p>
            <a:r>
              <a:rPr lang="en-US" dirty="0"/>
              <a:t>-QPUs digital: IONQ, </a:t>
            </a:r>
            <a:r>
              <a:rPr lang="en-US" dirty="0" err="1"/>
              <a:t>Rigetti</a:t>
            </a:r>
            <a:r>
              <a:rPr lang="en-US" dirty="0"/>
              <a:t> </a:t>
            </a:r>
          </a:p>
          <a:p>
            <a:r>
              <a:rPr lang="en-US" dirty="0"/>
              <a:t>-QPUs analog: QuEra</a:t>
            </a:r>
          </a:p>
        </p:txBody>
      </p:sp>
      <p:cxnSp>
        <p:nvCxnSpPr>
          <p:cNvPr id="12" name="Straight Connector 11" descr="Vertical column divider">
            <a:extLst>
              <a:ext uri="{FF2B5EF4-FFF2-40B4-BE49-F238E27FC236}">
                <a16:creationId xmlns:a16="http://schemas.microsoft.com/office/drawing/2014/main" id="{6FE7D6AF-EA98-458C-6440-2720667C14E1}"/>
              </a:ext>
            </a:extLst>
          </p:cNvPr>
          <p:cNvCxnSpPr>
            <a:cxnSpLocks/>
          </p:cNvCxnSpPr>
          <p:nvPr/>
        </p:nvCxnSpPr>
        <p:spPr bwMode="auto">
          <a:xfrm>
            <a:off x="12188952" y="6099048"/>
            <a:ext cx="0" cy="589063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10E3FE-27ED-17E3-FC1C-C68F2D7042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3</a:t>
            </a:r>
          </a:p>
          <a:p>
            <a:br>
              <a:rPr lang="en-US" dirty="0"/>
            </a:br>
            <a:r>
              <a:rPr lang="en-US" dirty="0"/>
              <a:t>NVIDIA</a:t>
            </a:r>
          </a:p>
          <a:p>
            <a:endParaRPr lang="en-US" dirty="0"/>
          </a:p>
          <a:p>
            <a:r>
              <a:rPr lang="en-US" dirty="0"/>
              <a:t>-SDK: Cuda-Q</a:t>
            </a:r>
          </a:p>
          <a:p>
            <a:r>
              <a:rPr lang="en-US" dirty="0"/>
              <a:t>-Classical Simulators:  </a:t>
            </a:r>
          </a:p>
        </p:txBody>
      </p: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C1E3C9B5-ABDD-AE77-A1FD-E51F7D91E129}"/>
              </a:ext>
            </a:extLst>
          </p:cNvPr>
          <p:cNvCxnSpPr>
            <a:cxnSpLocks/>
          </p:cNvCxnSpPr>
          <p:nvPr/>
        </p:nvCxnSpPr>
        <p:spPr bwMode="auto">
          <a:xfrm>
            <a:off x="18288000" y="6096000"/>
            <a:ext cx="0" cy="5868329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1318130-495A-5F97-5864-678673B9141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4</a:t>
            </a:r>
          </a:p>
          <a:p>
            <a:br>
              <a:rPr lang="en-US" dirty="0"/>
            </a:br>
            <a:r>
              <a:rPr lang="en-US" dirty="0"/>
              <a:t>MSFT Azure</a:t>
            </a:r>
          </a:p>
          <a:p>
            <a:endParaRPr lang="en-US" dirty="0"/>
          </a:p>
          <a:p>
            <a:r>
              <a:rPr lang="en-US" dirty="0"/>
              <a:t>-SDK: Your choice</a:t>
            </a:r>
          </a:p>
          <a:p>
            <a:r>
              <a:rPr lang="en-US" dirty="0"/>
              <a:t>-QPUs: </a:t>
            </a:r>
            <a:r>
              <a:rPr lang="en-US" dirty="0" err="1"/>
              <a:t>Quantinuum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ECF2C84-CB79-B763-92B8-A1512BC076A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Fall Fest 202</a:t>
            </a:r>
            <a:r>
              <a:rPr lang="en-US" altLang="ko-KR" dirty="0"/>
              <a:t>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913098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80143-8399-4DD9-96AA-198E3EA66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29D31F6-16CB-A58E-65A6-E9F7318DE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113442"/>
            <a:ext cx="1885073" cy="18850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F6F9FE0-2CD6-F590-5E66-6A9E149A8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I learn more about Quantum Computing and </a:t>
            </a:r>
            <a:r>
              <a:rPr lang="en-US" dirty="0" err="1"/>
              <a:t>Qiskit</a:t>
            </a:r>
            <a:r>
              <a:rPr lang="en-US" dirty="0"/>
              <a:t>?</a:t>
            </a:r>
          </a:p>
        </p:txBody>
      </p: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4D6084DC-0D0A-FA5D-2209-9E4B51BDA520}"/>
              </a:ext>
            </a:extLst>
          </p:cNvPr>
          <p:cNvCxnSpPr/>
          <p:nvPr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3DADDD-3191-1097-5F03-EE59AECC25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Quantum Computing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83A045-B28B-9849-3814-E5D93BEA48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IBM Quantum Platform</a:t>
            </a:r>
          </a:p>
          <a:p>
            <a:r>
              <a:rPr lang="en-US" dirty="0"/>
              <a:t>-free online classes</a:t>
            </a:r>
          </a:p>
          <a:p>
            <a:endParaRPr lang="en-US" dirty="0"/>
          </a:p>
          <a:p>
            <a:r>
              <a:rPr lang="en-US" dirty="0" err="1"/>
              <a:t>Qiskit</a:t>
            </a:r>
            <a:r>
              <a:rPr lang="en-US" dirty="0"/>
              <a:t> YouTube Channel</a:t>
            </a:r>
          </a:p>
          <a:p>
            <a:endParaRPr lang="en-US" dirty="0"/>
          </a:p>
          <a:p>
            <a:r>
              <a:rPr lang="en-US" dirty="0"/>
              <a:t>Books</a:t>
            </a:r>
          </a:p>
          <a:p>
            <a:r>
              <a:rPr lang="en-US" dirty="0"/>
              <a:t>-Nielsen and Chuang</a:t>
            </a:r>
          </a:p>
          <a:p>
            <a:r>
              <a:rPr lang="en-US" dirty="0"/>
              <a:t>-Hundt</a:t>
            </a:r>
          </a:p>
          <a:p>
            <a:r>
              <a:rPr lang="en-US" dirty="0"/>
              <a:t>-Ezratty</a:t>
            </a:r>
          </a:p>
          <a:p>
            <a:r>
              <a:rPr lang="en-US" dirty="0"/>
              <a:t>-Dalzell</a:t>
            </a:r>
          </a:p>
          <a:p>
            <a:endParaRPr lang="en-US" dirty="0"/>
          </a:p>
          <a:p>
            <a:r>
              <a:rPr lang="en-US" dirty="0"/>
              <a:t>QC Lecture Notes</a:t>
            </a:r>
          </a:p>
          <a:p>
            <a:r>
              <a:rPr lang="en-US" dirty="0"/>
              <a:t>-Scott Aaronson</a:t>
            </a:r>
          </a:p>
          <a:p>
            <a:r>
              <a:rPr lang="en-US" dirty="0"/>
              <a:t>-Lin </a:t>
            </a:r>
            <a:r>
              <a:rPr lang="en-US" dirty="0" err="1"/>
              <a:t>Lin</a:t>
            </a:r>
            <a:endParaRPr lang="en-US" dirty="0"/>
          </a:p>
          <a:p>
            <a:endParaRPr lang="en-US" dirty="0"/>
          </a:p>
          <a:p>
            <a:r>
              <a:rPr lang="en-US" dirty="0"/>
              <a:t>Conferences</a:t>
            </a:r>
          </a:p>
          <a:p>
            <a:r>
              <a:rPr lang="en-US" dirty="0"/>
              <a:t>-IEEE Quantum Week on-demand</a:t>
            </a:r>
          </a:p>
          <a:p>
            <a:r>
              <a:rPr lang="en-US" dirty="0"/>
              <a:t>(can register thru Nov 1, 2026)</a:t>
            </a:r>
          </a:p>
          <a:p>
            <a:endParaRPr lang="en-US" dirty="0"/>
          </a:p>
          <a:p>
            <a:r>
              <a:rPr lang="en-US" dirty="0"/>
              <a:t>Talk to your favorite AI</a:t>
            </a:r>
          </a:p>
        </p:txBody>
      </p:sp>
      <p:cxnSp>
        <p:nvCxnSpPr>
          <p:cNvPr id="10" name="Straight Connector 9" descr="Vertical column divider">
            <a:extLst>
              <a:ext uri="{FF2B5EF4-FFF2-40B4-BE49-F238E27FC236}">
                <a16:creationId xmlns:a16="http://schemas.microsoft.com/office/drawing/2014/main" id="{0304DF96-6EFE-5F65-F3FF-2BB83BC63E07}"/>
              </a:ext>
            </a:extLst>
          </p:cNvPr>
          <p:cNvCxnSpPr/>
          <p:nvPr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804179-A303-5F20-5E10-0282604720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v2.5+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E14444D-A04D-77F1-E8CC-3AF656E58B0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</a:t>
            </a:r>
            <a:r>
              <a:rPr lang="en-US" dirty="0" err="1"/>
              <a:t>Documentation:API</a:t>
            </a:r>
            <a:r>
              <a:rPr lang="en-US" dirty="0"/>
              <a:t> and more</a:t>
            </a:r>
          </a:p>
          <a:p>
            <a:endParaRPr lang="en-US" dirty="0"/>
          </a:p>
          <a:p>
            <a:r>
              <a:rPr lang="en-US" dirty="0" err="1"/>
              <a:t>Qiskit</a:t>
            </a:r>
            <a:r>
              <a:rPr lang="en-US" dirty="0"/>
              <a:t> YouTube Channel</a:t>
            </a:r>
          </a:p>
          <a:p>
            <a:endParaRPr lang="en-US" dirty="0"/>
          </a:p>
          <a:p>
            <a:r>
              <a:rPr lang="en-US" dirty="0"/>
              <a:t>Explore Circuits:</a:t>
            </a:r>
          </a:p>
          <a:p>
            <a:r>
              <a:rPr lang="en-US" dirty="0"/>
              <a:t>Quirk – </a:t>
            </a:r>
          </a:p>
          <a:p>
            <a:r>
              <a:rPr lang="en-US" dirty="0"/>
              <a:t>Grokking the Bloch Sphere -</a:t>
            </a:r>
          </a:p>
          <a:p>
            <a:r>
              <a:rPr lang="en-US" dirty="0" err="1"/>
              <a:t>IBMQuantum</a:t>
            </a:r>
            <a:r>
              <a:rPr lang="en-US" dirty="0"/>
              <a:t> Composer –</a:t>
            </a:r>
          </a:p>
          <a:p>
            <a:endParaRPr lang="en-US" dirty="0"/>
          </a:p>
          <a:p>
            <a:r>
              <a:rPr lang="en-US" dirty="0"/>
              <a:t>Study for the </a:t>
            </a:r>
            <a:r>
              <a:rPr lang="en-US" dirty="0" err="1"/>
              <a:t>Qiskit</a:t>
            </a:r>
            <a:r>
              <a:rPr lang="en-US" dirty="0"/>
              <a:t> Developer Certification exam</a:t>
            </a:r>
          </a:p>
          <a:p>
            <a:endParaRPr lang="en-US" dirty="0"/>
          </a:p>
          <a:p>
            <a:r>
              <a:rPr lang="en-US" dirty="0" err="1"/>
              <a:t>Qiskit</a:t>
            </a:r>
            <a:r>
              <a:rPr lang="en-US" dirty="0"/>
              <a:t> Tutorials</a:t>
            </a:r>
          </a:p>
          <a:p>
            <a:endParaRPr lang="en-US" dirty="0"/>
          </a:p>
          <a:p>
            <a:r>
              <a:rPr lang="en-US" dirty="0"/>
              <a:t>Sign-up for the free open-plan on the IBM Quantum Platform (10 free mins of QPU time per month)</a:t>
            </a:r>
          </a:p>
          <a:p>
            <a:endParaRPr lang="en-US" dirty="0"/>
          </a:p>
          <a:p>
            <a:r>
              <a:rPr lang="en-US" dirty="0"/>
              <a:t>Consider joining the </a:t>
            </a:r>
            <a:r>
              <a:rPr lang="en-US" dirty="0" err="1"/>
              <a:t>Qiskit</a:t>
            </a:r>
            <a:r>
              <a:rPr lang="en-US" dirty="0"/>
              <a:t> Advocate Program</a:t>
            </a:r>
          </a:p>
          <a:p>
            <a:endParaRPr lang="en-US" dirty="0"/>
          </a:p>
          <a:p>
            <a:r>
              <a:rPr lang="en-US" dirty="0"/>
              <a:t>Talk to your favorite AI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028B4AE-F164-39B2-BF79-63094D872A15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Fall Fest 202</a:t>
            </a:r>
            <a:r>
              <a:rPr lang="en-US" altLang="ko-KR" dirty="0"/>
              <a:t>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7921391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9042A2-4675-AC81-9D95-5DE8F998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D35A0F8-E6BE-A2CE-A991-2998D55C6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9244" y="544512"/>
            <a:ext cx="2859087" cy="28590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579D2C-27C4-1C91-E047-C2EFA8795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8" cy="11428724"/>
          </a:xfrm>
        </p:spPr>
        <p:txBody>
          <a:bodyPr/>
          <a:lstStyle/>
          <a:p>
            <a:r>
              <a:rPr lang="en-US" b="1" dirty="0"/>
              <a:t>What should I do next?</a:t>
            </a:r>
            <a:br>
              <a:rPr lang="en-US" dirty="0"/>
            </a:br>
            <a:br>
              <a:rPr lang="en-US" dirty="0"/>
            </a:br>
            <a:r>
              <a:rPr lang="en-US" sz="4000" dirty="0"/>
              <a:t>-join the SQCM Discord</a:t>
            </a:r>
            <a:br>
              <a:rPr lang="en-US" sz="4000" dirty="0"/>
            </a:br>
            <a:br>
              <a:rPr lang="en-US" sz="4000" dirty="0"/>
            </a:br>
            <a:r>
              <a:rPr lang="en-US" sz="4000" dirty="0"/>
              <a:t>-visit the SQCM QFF26 </a:t>
            </a:r>
            <a:r>
              <a:rPr lang="en-US" sz="4000" dirty="0" err="1"/>
              <a:t>github</a:t>
            </a:r>
            <a:r>
              <a:rPr lang="en-US" sz="4000" dirty="0"/>
              <a:t> to checkout the </a:t>
            </a:r>
            <a:r>
              <a:rPr lang="en-US" sz="4000" dirty="0" err="1"/>
              <a:t>Qiskit</a:t>
            </a:r>
            <a:r>
              <a:rPr lang="en-US" sz="4000" dirty="0"/>
              <a:t> coding exercises: the Challenges, Hackathon prompts, etc.</a:t>
            </a:r>
            <a:br>
              <a:rPr lang="en-US" sz="4000" dirty="0"/>
            </a:br>
            <a:br>
              <a:rPr lang="en-US" sz="4000" dirty="0"/>
            </a:br>
            <a:r>
              <a:rPr lang="en-US" sz="4000" dirty="0"/>
              <a:t>-learn more about QC and </a:t>
            </a:r>
            <a:r>
              <a:rPr lang="en-US" sz="4000" dirty="0" err="1"/>
              <a:t>Qiskit</a:t>
            </a:r>
            <a:br>
              <a:rPr lang="en-US" sz="4000" dirty="0"/>
            </a:br>
            <a:br>
              <a:rPr lang="en-US" sz="4000" dirty="0"/>
            </a:br>
            <a:r>
              <a:rPr lang="en-US" sz="4000" dirty="0"/>
              <a:t>-plan to attend future sessions!</a:t>
            </a:r>
            <a:br>
              <a:rPr lang="en-US" sz="4000" dirty="0"/>
            </a:br>
            <a:br>
              <a:rPr lang="en-US" sz="4000" dirty="0"/>
            </a:br>
            <a:br>
              <a:rPr lang="en-US" sz="4000" dirty="0"/>
            </a:br>
            <a:r>
              <a:rPr lang="en-US" b="1" dirty="0"/>
              <a:t>Questions?</a:t>
            </a:r>
            <a:br>
              <a:rPr lang="en-US" dirty="0"/>
            </a:b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00B521-F54D-AC50-C212-D5081824DE8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Fall Fest 202</a:t>
            </a:r>
            <a:r>
              <a:rPr lang="en-US" altLang="ko-KR" dirty="0"/>
              <a:t>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13333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presentation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Quantum_Presentation_Template_Plex_Embed" id="{E751D091-48B7-B947-A3EB-61D5938A941E}" vid="{BBD60A32-9C2D-5B41-BB36-F4AA98EC1F0C}"/>
    </a:ext>
  </a:extLst>
</a:theme>
</file>

<file path=ppt/theme/theme2.xml><?xml version="1.0" encoding="utf-8"?>
<a:theme xmlns:a="http://schemas.openxmlformats.org/drawingml/2006/main" name="IBM Brand Template 2022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Master_Presentation_2021_V01_Plex" id="{BD398A2B-0B96-D843-9A4A-05239798B6A1}" vid="{46683C84-C800-D441-9101-471717108C97}"/>
    </a:ext>
  </a:extLst>
</a:theme>
</file>

<file path=ppt/theme/theme3.xml><?xml version="1.0" encoding="utf-8"?>
<a:theme xmlns:a="http://schemas.openxmlformats.org/drawingml/2006/main" name="IBM Brand Template 2022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Master_Presentation_2021_V01_Plex" id="{BD398A2B-0B96-D843-9A4A-05239798B6A1}" vid="{46683C84-C800-D441-9101-471717108C9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IBM presentation template</Template>
  <TotalTime>2865</TotalTime>
  <Words>635</Words>
  <Application>Microsoft Office PowerPoint</Application>
  <PresentationFormat>Custom</PresentationFormat>
  <Paragraphs>111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IBM Plex Mono</vt:lpstr>
      <vt:lpstr>IBM Plex Sans</vt:lpstr>
      <vt:lpstr>IBM Plex Sans ExtLt</vt:lpstr>
      <vt:lpstr>IBM Plex Sans Light</vt:lpstr>
      <vt:lpstr>IBM Plex Sans Medm</vt:lpstr>
      <vt:lpstr>IBM presentation template</vt:lpstr>
      <vt:lpstr>Decade in the Cloud, IBMQ/Qiskit meets the PNW  </vt:lpstr>
      <vt:lpstr>QFF26 Kickoff Agenda  - What is Qiskit Fall Fest? - What are we going to do in Seattle?  - What is the status of QC today? - How can you learn more about QC and Qiskit? </vt:lpstr>
      <vt:lpstr>QFF26 – Global Event 4000+ Applications, IBMQ Selected 200 Hosts  Oct 5 – Nov 30, 2026</vt:lpstr>
      <vt:lpstr>You can earn:  -Participant Certificate  -Winning Certificate -Swag -A chance to present</vt:lpstr>
      <vt:lpstr>What are we going to do in Seattle?</vt:lpstr>
      <vt:lpstr>Highlights from the SQCM github page for QFF26: </vt:lpstr>
      <vt:lpstr>What is the status of Quantum Computing today?</vt:lpstr>
      <vt:lpstr>How can I learn more about Quantum Computing and Qiskit?</vt:lpstr>
      <vt:lpstr>What should I do next?  -join the SQCM Discord  -visit the SQCM QFF26 github to checkout the Qiskit coding exercises: the Challenges, Hackathon prompts, etc.  -learn more about QC and Qiskit  -plan to attend future sessions!   Questions?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Templates  Sample layouts</dc:title>
  <dc:subject/>
  <dc:creator>NATALIE TAYLOR</dc:creator>
  <cp:keywords/>
  <dc:description/>
  <cp:lastModifiedBy>Natalie Hawkins</cp:lastModifiedBy>
  <cp:revision>44</cp:revision>
  <cp:lastPrinted>2019-04-25T15:14:05Z</cp:lastPrinted>
  <dcterms:created xsi:type="dcterms:W3CDTF">2024-04-30T19:03:56Z</dcterms:created>
  <dcterms:modified xsi:type="dcterms:W3CDTF">2026-09-08T23:07:29Z</dcterms:modified>
  <cp:category/>
</cp:coreProperties>
</file>